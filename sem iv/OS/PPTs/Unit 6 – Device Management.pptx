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3/31/2023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6736-F46A-4D2A-8B09-BED3C97C83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07327" y="3429000"/>
            <a:ext cx="8915399" cy="2262781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Unit 6 – Device Management</a:t>
            </a:r>
          </a:p>
        </p:txBody>
      </p:sp>
    </p:spTree>
    <p:extLst>
      <p:ext uri="{BB962C8B-B14F-4D97-AF65-F5344CB8AC3E}">
        <p14:creationId xmlns:p14="http://schemas.microsoft.com/office/powerpoint/2010/main" val="277533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8F2F5-B2A9-49D5-887D-39DF12A20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DBE46-4574-4DAB-B6E1-256A16059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40189"/>
            <a:ext cx="8915400" cy="4246462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function of OS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Responsible for managing all the hardware devices of the computer system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Both storage devices and I/O devices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 Management generally performs: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Installing devices, component drivers and related software dependencies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Configuring the device to perform at its peak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security measures and processes</a:t>
            </a:r>
          </a:p>
        </p:txBody>
      </p:sp>
    </p:spTree>
    <p:extLst>
      <p:ext uri="{BB962C8B-B14F-4D97-AF65-F5344CB8AC3E}">
        <p14:creationId xmlns:p14="http://schemas.microsoft.com/office/powerpoint/2010/main" val="3011581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0EA9E-8580-4C16-BC7D-45E110E22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of I/O devices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E7007-222E-4527-8447-B488E0FEF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765110"/>
            <a:ext cx="8915400" cy="3777622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I/O units which consist mechanical components are called I/O devices e.g. hard-disk drive, printer etc.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types of devices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devices or Machine readable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 devices or User readable</a:t>
            </a:r>
          </a:p>
          <a:p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85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F28F8-2D27-462A-AF0E-1B172746D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of I/O devices (contd.)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66C71-3B03-4F7F-A786-EFA31FE9D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574042"/>
            <a:ext cx="8915400" cy="4949588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devices or Machine readable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Stores information in fixed-sized blocks, each one with its own address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 or write is possible independent to other blocks-direct access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disk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 devices or User readable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Delivers or accepts a stream of characters without regard to any block structure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not addressable and does not have any seek operation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keyboards, mice, terminals, line printers, network interfaces, and most other devices that are not disk-like.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2964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E03EC-96E1-4741-97A8-B66E46DD5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 Controllers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0C8C7-CA2F-4072-8DA3-C9E0BCD43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96872"/>
            <a:ext cx="8915400" cy="3777622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controller is a collection of electronics that can operate a bus or a device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single controller can handle multiple devices; some devices have their own built-in controller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controller has one or more registers for data and signals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processor communicates with the controller by reading and writing bit patterns in these registers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1247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21F2B-BBA2-4A98-8BCE-9249B30AF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 Controllers (contd.)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E574D1-01EA-4065-9ECC-76D7037535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1353" y="1792406"/>
            <a:ext cx="9503259" cy="4308144"/>
          </a:xfrm>
        </p:spPr>
      </p:pic>
    </p:spTree>
    <p:extLst>
      <p:ext uri="{BB962C8B-B14F-4D97-AF65-F5344CB8AC3E}">
        <p14:creationId xmlns:p14="http://schemas.microsoft.com/office/powerpoint/2010/main" val="3602931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4EA19-994B-43C3-97B6-D84D41965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Mapped I/O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8D895-D73C-4BB3-9A67-9F35F9939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700284"/>
            <a:ext cx="8915400" cy="453360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 controller have their own register (Control Register) and Data Buffer for communicating with the CPU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control register is assigned a unique memory address to which no memory is assigned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 allocates buffer in memory and informs I/O device to use that buffer to send the data to the CPU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used for high-speed I/O devices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 communicated with control register and data buffer: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I/O ports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Memory mapped I/O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hybrid system</a:t>
            </a:r>
          </a:p>
        </p:txBody>
      </p:sp>
    </p:spTree>
    <p:extLst>
      <p:ext uri="{BB962C8B-B14F-4D97-AF65-F5344CB8AC3E}">
        <p14:creationId xmlns:p14="http://schemas.microsoft.com/office/powerpoint/2010/main" val="3013298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3BD16-B478-479A-AC11-646F123D6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Mapped I/O (contd.)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FA3E70-0D8C-4D9D-942B-2852C4A790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0047" y="2106304"/>
            <a:ext cx="9604185" cy="4127585"/>
          </a:xfrm>
        </p:spPr>
      </p:pic>
    </p:spTree>
    <p:extLst>
      <p:ext uri="{BB962C8B-B14F-4D97-AF65-F5344CB8AC3E}">
        <p14:creationId xmlns:p14="http://schemas.microsoft.com/office/powerpoint/2010/main" val="4281371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97D5E-062F-4EFF-898F-E9C58796F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 Memory Access (DMA)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63853-AEB9-44FA-B112-8AC5D1833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40189"/>
            <a:ext cx="8915400" cy="3777622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process for data transfer between memory and I/O, controlled by an external circuit called DMA controller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is no involvement of CPU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562C8F-E7EC-4795-B826-F8F51832A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348" y="2961126"/>
            <a:ext cx="6359396" cy="3490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285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FF879-7B33-4989-8824-8ECCFB831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Principle of DMA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8F6603-2615-401F-AEB1-33E18EC837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8524" y="1533526"/>
            <a:ext cx="9308789" cy="5109870"/>
          </a:xfrm>
        </p:spPr>
      </p:pic>
    </p:spTree>
    <p:extLst>
      <p:ext uri="{BB962C8B-B14F-4D97-AF65-F5344CB8AC3E}">
        <p14:creationId xmlns:p14="http://schemas.microsoft.com/office/powerpoint/2010/main" val="3477468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AD5B8-54D7-4517-94E3-9D6B881C7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Interrupts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F06DD-C070-43A7-8EA6-6139A8F6D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905000"/>
            <a:ext cx="8915400" cy="432889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Mechanism that enables a device to notify a CPU –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Interrupts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forces CPU to stop what it is currently doing and start to do another task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Interrupts is the signal sent by devices to the CPU 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Interrupts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Interrupts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Interrupts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Traps</a:t>
            </a:r>
          </a:p>
        </p:txBody>
      </p:sp>
    </p:spTree>
    <p:extLst>
      <p:ext uri="{BB962C8B-B14F-4D97-AF65-F5344CB8AC3E}">
        <p14:creationId xmlns:p14="http://schemas.microsoft.com/office/powerpoint/2010/main" val="3075689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A7F9E-82BA-4A28-A7E8-266B2F94B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Interrupts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70D6A-8C80-4933-B512-A9E02A13D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905000"/>
            <a:ext cx="8915400" cy="3777622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Generated by hardware devices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signal to the CPU is sent to interrupt as hardware needs some services of the OS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Services requested may be transferring the data from drive to memory or acknowledging a new received data during process execution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576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7FE80-525F-4DAD-A3AB-85EF9F60B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Interrupts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17FF4-3236-4E09-9E6F-A7A7120A8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40189"/>
            <a:ext cx="8915400" cy="1725525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Generated by Programs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signal to the CPU is sent to interrupt as software needs some services of the OS using system call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57CBB13-8F6A-4C13-829A-92DD38629D05}"/>
              </a:ext>
            </a:extLst>
          </p:cNvPr>
          <p:cNvSpPr txBox="1">
            <a:spLocks/>
          </p:cNvSpPr>
          <p:nvPr/>
        </p:nvSpPr>
        <p:spPr>
          <a:xfrm>
            <a:off x="2589212" y="3156853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Traps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15C42F0-C505-4E7B-85EC-D1DAC367223D}"/>
              </a:ext>
            </a:extLst>
          </p:cNvPr>
          <p:cNvSpPr txBox="1">
            <a:spLocks/>
          </p:cNvSpPr>
          <p:nvPr/>
        </p:nvSpPr>
        <p:spPr>
          <a:xfrm>
            <a:off x="2429554" y="4152756"/>
            <a:ext cx="8915400" cy="19016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Generated by CPU itself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signal by the CPU that indicates some error or condition has occurred for which the help of OS is needed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388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9155-4858-4666-AA6D-4D5F0A0AA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Goals of I/O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687D2-B401-4F39-B2CA-97EE1EF2E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770741"/>
            <a:ext cx="8915400" cy="4316159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 Independence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 Handling 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Uniform Naming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Synchronous and Asynchronous Transfer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Buffering</a:t>
            </a:r>
          </a:p>
        </p:txBody>
      </p:sp>
    </p:spTree>
    <p:extLst>
      <p:ext uri="{BB962C8B-B14F-4D97-AF65-F5344CB8AC3E}">
        <p14:creationId xmlns:p14="http://schemas.microsoft.com/office/powerpoint/2010/main" val="8086347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5A05F-7D87-4BF8-946C-CDFA6F4AB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 Independence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15E2E-7C84-485A-A285-2B3E931A0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40189"/>
            <a:ext cx="8915400" cy="3777622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should be possible to write programs that can access any I/O device without having to specify the device in advance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key concept in the design of I/O software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program that reads a file as input should be able to read a file on a floppy disk, on a hard disk, or on a CD-ROM, without having to modify the program for each different device</a:t>
            </a:r>
          </a:p>
        </p:txBody>
      </p:sp>
    </p:spTree>
    <p:extLst>
      <p:ext uri="{BB962C8B-B14F-4D97-AF65-F5344CB8AC3E}">
        <p14:creationId xmlns:p14="http://schemas.microsoft.com/office/powerpoint/2010/main" val="24539214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1462F-BA80-4300-A7A8-0621E6190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C1256-B494-4253-A3C7-74CB501C4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540189"/>
            <a:ext cx="8915400" cy="3777622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general, errors should be handled as close to the hardware as possible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the controller discovers a read error,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should try to correct the error itself if it can.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it cannot, then the device driver should handle it, perhaps by just trying to read the block again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8853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8ACD3-B0A6-4D2E-A765-A35424F69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Uniform Naming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7E156-AE3D-47AA-B495-70F04CA0F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905000"/>
            <a:ext cx="8915400" cy="3777622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name of a file or a device should simply be a string or an integer and not depend on the device in any way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files and devices are addressed the same way: by a path name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floppy disk can be mounted on top of the directory /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/backup so that copying a file to /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/backup/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monday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copies the file to the floppy disk</a:t>
            </a:r>
          </a:p>
        </p:txBody>
      </p:sp>
    </p:spTree>
    <p:extLst>
      <p:ext uri="{BB962C8B-B14F-4D97-AF65-F5344CB8AC3E}">
        <p14:creationId xmlns:p14="http://schemas.microsoft.com/office/powerpoint/2010/main" val="623447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5565D-36ED-43F4-98EE-AE52A7DEB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Synchronous and Asynchronous transfer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C914D-432B-41F5-8ECD-F85AEB548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39003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Synchronous – blocking</a:t>
            </a:r>
          </a:p>
          <a:p>
            <a:pPr marL="627063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a read system call the program is automatically suspended until the data are available in the buffer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– interrupt driven</a:t>
            </a:r>
          </a:p>
          <a:p>
            <a:pPr marL="682625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CPU starts the transfer and goes off to do something else until the interrupt arrives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up to the operating system to make operations that are actually interrupt-driven look blocking to the user programs</a:t>
            </a:r>
          </a:p>
        </p:txBody>
      </p:sp>
    </p:spTree>
    <p:extLst>
      <p:ext uri="{BB962C8B-B14F-4D97-AF65-F5344CB8AC3E}">
        <p14:creationId xmlns:p14="http://schemas.microsoft.com/office/powerpoint/2010/main" val="39137500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66014-6D95-4CE5-A186-64D55E8BD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Buffering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124C1-4455-4D90-B203-C73C0007B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765111"/>
            <a:ext cx="8915400" cy="3777622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Often data that come off a device cannot be stored directly in its final destination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when a packet comes in off the network, the operating system does not know where to put it until it has stored the packet somewhere and examined it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Buffering involves considerable copying and often has a major impact on I/O performance</a:t>
            </a:r>
          </a:p>
        </p:txBody>
      </p:sp>
    </p:spTree>
    <p:extLst>
      <p:ext uri="{BB962C8B-B14F-4D97-AF65-F5344CB8AC3E}">
        <p14:creationId xmlns:p14="http://schemas.microsoft.com/office/powerpoint/2010/main" val="28663680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2F72F-1D99-44D2-9914-436BC2EA6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Handling I/O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30F44-2A42-4418-A797-31DFA3CFE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905000"/>
            <a:ext cx="8915400" cy="3777622"/>
          </a:xfrm>
        </p:spPr>
        <p:txBody>
          <a:bodyPr>
            <a:normAutofit/>
          </a:bodyPr>
          <a:lstStyle/>
          <a:p>
            <a:r>
              <a:rPr lang="it-IT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Programmed IO</a:t>
            </a:r>
          </a:p>
          <a:p>
            <a:r>
              <a:rPr lang="it-IT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Interrupt Driven IO</a:t>
            </a:r>
          </a:p>
          <a:p>
            <a:r>
              <a:rPr lang="it-IT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 using DMA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4914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69BD8-7A26-4E9C-9782-A1507106D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Programmed I/O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7654F-61DB-4319-A68D-7ADAD96F0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765110"/>
            <a:ext cx="8915400" cy="3777622"/>
          </a:xfrm>
        </p:spPr>
        <p:txBody>
          <a:bodyPr/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 does all the work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 are exchanged between processor and I/O module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processor executes a program that gives direct access of the I/O operations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processor has to check each I/O device in sequence and asks if it needs to communicate with the processor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9453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91303-818B-44CB-88C1-91F2B700B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Interrupt driven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7BDD6-FA7B-4008-A6E8-0A947F492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 exchange using terminal or peripheral by signal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program interrupt will be set for the transmission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Processor is not busy like in programmed I/O, so system throughput increases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support is needed in interrupt driven</a:t>
            </a:r>
          </a:p>
        </p:txBody>
      </p:sp>
    </p:spTree>
    <p:extLst>
      <p:ext uri="{BB962C8B-B14F-4D97-AF65-F5344CB8AC3E}">
        <p14:creationId xmlns:p14="http://schemas.microsoft.com/office/powerpoint/2010/main" val="28806562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DC09-E7DB-4861-9BD5-A1E4DF916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I/O using DMA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C9D78-3329-4149-BC73-00552CB44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DMA uses an additional hardware –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DMA controller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DMA controller can take over the system bus from CPU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process done by CPU is done by DMA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67897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2E892-4228-405B-AD63-80B60AA0E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I/O software Layers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7EF3C5-E870-4858-9C8D-E2A5CAA7A1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2924" y="1792927"/>
            <a:ext cx="8270693" cy="4631122"/>
          </a:xfrm>
        </p:spPr>
      </p:pic>
    </p:spTree>
    <p:extLst>
      <p:ext uri="{BB962C8B-B14F-4D97-AF65-F5344CB8AC3E}">
        <p14:creationId xmlns:p14="http://schemas.microsoft.com/office/powerpoint/2010/main" val="36429707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1EAF4-DCDA-4390-B503-D615BDA86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Interrupt Handlers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4C141-ACE9-4257-A27C-5681D7280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724167"/>
            <a:ext cx="8915400" cy="3777622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Also known as Interrupt Service Routine (ISR)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the driver until the I/O has completed and the interrupt occur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interrupt-handler determines the cause of the interrupt and performs the necessary processing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6135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1FF4C-0054-4460-9150-D8E3936B2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 Driver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F1FD8-0F25-4CDC-B677-F63BFB728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905000"/>
            <a:ext cx="8915400" cy="3777622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 kind of software program that helps hardware to communicate with OS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Accept read and write requests from the device independent software above it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Initialize the devices if necessary. 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 power requirement and log events.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checks the status of devices- in use or free.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Decides which command to issue if there is command queue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13724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223B2-35A8-4D2D-B7A9-0867B167E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 Independent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6D194-73DB-4FF2-AD92-F733BBE4C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905000"/>
            <a:ext cx="8915400" cy="3777622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 the I/O functions that are common to all devices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a uniform interface to the user-level software</a:t>
            </a:r>
          </a:p>
        </p:txBody>
      </p:sp>
    </p:spTree>
    <p:extLst>
      <p:ext uri="{BB962C8B-B14F-4D97-AF65-F5344CB8AC3E}">
        <p14:creationId xmlns:p14="http://schemas.microsoft.com/office/powerpoint/2010/main" val="8978515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6675E-3E65-4F7E-B6FA-567DBDF61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99219-05AA-4C1D-B43D-92D0515E2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42280"/>
            <a:ext cx="8915400" cy="459161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Disks come in a variety of types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most common ones are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Magnetic disks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(hard disks and floppy disks)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are characterized by the fact that reads and writes are equally fast,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makes them ideal as secondary memory (paging, file systems, etc.)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Arrays of these disks are sometimes used to provide highly-reliable storage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distribution of programs, data, and movies, various kinds of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optical disks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(CD-ROMs, CD-Recordable and DVDs) are also important</a:t>
            </a:r>
          </a:p>
        </p:txBody>
      </p:sp>
    </p:spTree>
    <p:extLst>
      <p:ext uri="{BB962C8B-B14F-4D97-AF65-F5344CB8AC3E}">
        <p14:creationId xmlns:p14="http://schemas.microsoft.com/office/powerpoint/2010/main" val="12387294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1E7B9-9294-4507-A7FE-9FA295525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Disk Structure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5B035-F13E-49B2-98C8-C4E2F65F1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83224"/>
            <a:ext cx="8915400" cy="3777622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Magnetic Disks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Disk surface is divided into number of logical block called sectors and tracks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term cylinder refers to all the tracks at particular head position in hard disk</a:t>
            </a:r>
          </a:p>
          <a:p>
            <a:pPr lvl="1"/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2FB41A-8776-446B-88B2-2622414A5C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938" b="5870"/>
          <a:stretch/>
        </p:blipFill>
        <p:spPr>
          <a:xfrm>
            <a:off x="5212456" y="2964114"/>
            <a:ext cx="5828584" cy="3777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4258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2A845-473F-46B4-9F8C-32254FD92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Disk Scheduling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76A09-556C-429C-9704-F10C13D9E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FCFS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SSTF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C-SCAN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LOOK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C-LOOK</a:t>
            </a:r>
          </a:p>
        </p:txBody>
      </p:sp>
    </p:spTree>
    <p:extLst>
      <p:ext uri="{BB962C8B-B14F-4D97-AF65-F5344CB8AC3E}">
        <p14:creationId xmlns:p14="http://schemas.microsoft.com/office/powerpoint/2010/main" val="23312771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FE981-BA77-4269-B3BF-863B6DCBA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Come First Serve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7186D-3A14-4C26-B509-41A374639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42281"/>
            <a:ext cx="8915400" cy="3777622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Given the following queue: 95, 180, 34, 119, 11, 123, 62, 64 with the Read-write head initially at the track 50 and the tail track being at 199 let us now discuss the different algorithms.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CF307B-F741-444B-9FFC-418767AF2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7402" y="2693942"/>
            <a:ext cx="6426532" cy="361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7302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FE981-BA77-4269-B3BF-863B6DCBA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Shortest Seek Time First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7186D-3A14-4C26-B509-41A374639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42281"/>
            <a:ext cx="8915400" cy="3777622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Given the following queue: 95, 180, 34, 119, 11, 123, 62, 64 with the Read-write head initially at the track 50 and the tail track being at 199 let us now discuss the different algorithms.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070E5A-4F46-454E-B626-543B80E77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2679" y="2719387"/>
            <a:ext cx="7288466" cy="3514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6855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FE981-BA77-4269-B3BF-863B6DCBA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7186D-3A14-4C26-B509-41A374639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42281"/>
            <a:ext cx="8915400" cy="3777622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Given the following queue: 95, 180, 34, 119, 11, 123, 62, 64 with the Read-write head initially at the track 50 and the tail track being at 199 let us now discuss the different algorithms.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A58A04-24FA-449E-8C74-5745B16CB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898" y="2709862"/>
            <a:ext cx="6908028" cy="352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3395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FE981-BA77-4269-B3BF-863B6DCBA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C-SCAN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7186D-3A14-4C26-B509-41A374639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42281"/>
            <a:ext cx="8915400" cy="3777622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Given the following queue: 95, 180, 34, 119, 11, 123, 62, 64 with the Read-write head initially at the track 50 and the tail track being at 199 let us now discuss the different algorithms.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9EEFB2-1C96-44ED-85B9-E24A29D63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6880" y="2610873"/>
            <a:ext cx="6642337" cy="373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7031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B7179-3679-48B4-98D8-CFFDCB938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LOOK &amp; C-LOOK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FD2AE-BE20-48A1-A9E5-2BAECFF0B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7691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640FC-B57F-45A0-8E17-1C0F24A6A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Disk Formatting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4787E-84A9-48DF-9B12-E624C1D21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to configure the data storage devices such as hard drive when used for the first time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usually required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a user is using an OS for the very first time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there is space issue and we need additional space for the storage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has capability to erase the data within the disk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13347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67BBF-F211-49A4-ABC1-B6FE817C0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61052-39CE-41F0-8C4E-B17952A6C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724168"/>
            <a:ext cx="8915400" cy="3777622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Redundant Array of Independent (Inexpensive) Disks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disks or increased performance, data redundancy 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 the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 time to failure</a:t>
            </a:r>
          </a:p>
          <a:p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 time to repair –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exposure time when another failure could cause data loss</a:t>
            </a:r>
          </a:p>
          <a:p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 time to data loss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 on above factors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2467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66462-6AD3-4C02-B8AD-7CB81BE70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RAID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B22AC-6BB4-49C4-ABB0-0A1A3A2D1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40189"/>
            <a:ext cx="8915400" cy="5024384"/>
          </a:xfrm>
        </p:spPr>
        <p:txBody>
          <a:bodyPr>
            <a:noAutofit/>
          </a:bodyPr>
          <a:lstStyle/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Disk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striping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uses a group of disks as one storage unit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RAID schemes improve performance and improve the reliability of the storage system by storing redundant data</a:t>
            </a:r>
          </a:p>
          <a:p>
            <a:pPr lvl="1"/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Mirroring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shadowing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RAID 1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keeps duplicate of each disk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Striped mirrors (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RAID 1+0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or mirrored stripes (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RAID 0+1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provides high performance and high reliability</a:t>
            </a:r>
          </a:p>
          <a:p>
            <a:pPr lvl="1"/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interleaved parity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RAID 4, 5, 6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uses much less redundancy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RAID within a storage array can still fail if the array fails, so automatic  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replication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the data between arrays is common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Frequently, a small number of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hot-spare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disks are left unallocated, automatically replacing a failed disk and having data rebuilt onto them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24648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591</TotalTime>
  <Words>1702</Words>
  <Application>Microsoft Office PowerPoint</Application>
  <PresentationFormat>Widescreen</PresentationFormat>
  <Paragraphs>196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Century Gothic</vt:lpstr>
      <vt:lpstr>Times New Roman</vt:lpstr>
      <vt:lpstr>Wingdings</vt:lpstr>
      <vt:lpstr>Wingdings 3</vt:lpstr>
      <vt:lpstr>Wisp</vt:lpstr>
      <vt:lpstr>Unit 6 – Device Management</vt:lpstr>
      <vt:lpstr>Introduction</vt:lpstr>
      <vt:lpstr>Classification of I/O devices</vt:lpstr>
      <vt:lpstr>Classification of I/O devices (contd.)</vt:lpstr>
      <vt:lpstr>Device Controllers</vt:lpstr>
      <vt:lpstr>Device Controllers (contd.)</vt:lpstr>
      <vt:lpstr>Memory Mapped I/O</vt:lpstr>
      <vt:lpstr>Memory Mapped I/O (contd.)</vt:lpstr>
      <vt:lpstr>Direct Memory Access (DMA)</vt:lpstr>
      <vt:lpstr>Working Principle of DMA</vt:lpstr>
      <vt:lpstr>Interrupts</vt:lpstr>
      <vt:lpstr>Hardware Interrupts</vt:lpstr>
      <vt:lpstr>Software Interrupts</vt:lpstr>
      <vt:lpstr>Goals of I/O software</vt:lpstr>
      <vt:lpstr>Device Independence</vt:lpstr>
      <vt:lpstr>Error Handling</vt:lpstr>
      <vt:lpstr>Uniform Naming</vt:lpstr>
      <vt:lpstr>Synchronous and Asynchronous transfer</vt:lpstr>
      <vt:lpstr>Buffering</vt:lpstr>
      <vt:lpstr>Handling I/O</vt:lpstr>
      <vt:lpstr>Programmed I/O</vt:lpstr>
      <vt:lpstr>Interrupt driven</vt:lpstr>
      <vt:lpstr>I/O using DMA</vt:lpstr>
      <vt:lpstr>I/O software Layers</vt:lpstr>
      <vt:lpstr>Interrupt Handlers</vt:lpstr>
      <vt:lpstr>Device Driver</vt:lpstr>
      <vt:lpstr>Device Independent Software</vt:lpstr>
      <vt:lpstr>Disks</vt:lpstr>
      <vt:lpstr>Disk Structure</vt:lpstr>
      <vt:lpstr>Disk Scheduling</vt:lpstr>
      <vt:lpstr>First Come First Serve</vt:lpstr>
      <vt:lpstr>Shortest Seek Time First</vt:lpstr>
      <vt:lpstr>SCAN</vt:lpstr>
      <vt:lpstr>C-SCAN</vt:lpstr>
      <vt:lpstr>LOOK &amp; C-LOOK</vt:lpstr>
      <vt:lpstr>Disk Formatting</vt:lpstr>
      <vt:lpstr>RAID</vt:lpstr>
      <vt:lpstr>RAID (contd.)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6 – Device Management</dc:title>
  <dc:creator>Rishav Acharya</dc:creator>
  <cp:lastModifiedBy>Rishav</cp:lastModifiedBy>
  <cp:revision>65</cp:revision>
  <dcterms:created xsi:type="dcterms:W3CDTF">2023-03-13T11:42:46Z</dcterms:created>
  <dcterms:modified xsi:type="dcterms:W3CDTF">2023-03-31T01:53:21Z</dcterms:modified>
</cp:coreProperties>
</file>