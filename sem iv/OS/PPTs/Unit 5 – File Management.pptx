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0" d="100"/>
          <a:sy n="70" d="100"/>
        </p:scale>
        <p:origin x="6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5AD1-C937-4DDD-A86F-9D3A46C843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5 – File Management</a:t>
            </a:r>
          </a:p>
        </p:txBody>
      </p:sp>
    </p:spTree>
    <p:extLst>
      <p:ext uri="{BB962C8B-B14F-4D97-AF65-F5344CB8AC3E}">
        <p14:creationId xmlns:p14="http://schemas.microsoft.com/office/powerpoint/2010/main" val="1857160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F2508-37CB-4A5D-A72D-536B024C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in File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5AF3C-30B0-4F70-83AA-EBE29D181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is responsible for the following activities in connection with file management: </a:t>
            </a:r>
          </a:p>
          <a:p>
            <a:pPr marL="682625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creation and deletion of files. </a:t>
            </a:r>
          </a:p>
          <a:p>
            <a:pPr marL="682625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creation and deletion of directory. </a:t>
            </a:r>
          </a:p>
          <a:p>
            <a:pPr marL="682625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support of primitives for manipulating files and directories. </a:t>
            </a:r>
          </a:p>
          <a:p>
            <a:pPr marL="682625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mapping of files onto disk storage.</a:t>
            </a:r>
          </a:p>
          <a:p>
            <a:pPr marL="682625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Backup of files on stable (non volatile) storage.</a:t>
            </a:r>
          </a:p>
        </p:txBody>
      </p:sp>
    </p:spTree>
    <p:extLst>
      <p:ext uri="{BB962C8B-B14F-4D97-AF65-F5344CB8AC3E}">
        <p14:creationId xmlns:p14="http://schemas.microsoft.com/office/powerpoint/2010/main" val="3765070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ECA3-A2F6-418A-BDDA-B9DCF241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8DB73-8F86-4E62-9ACD-31A11A398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61974"/>
            <a:ext cx="8915400" cy="447191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is a collection of related information defined by user or creator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on the secondary storage device .i.e. disks or tape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Commonly file represent programs (both source and object forms) and data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files may be numeric, alphabetic or alphanumeric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 may be free-form, such as text files, or may be rigidly formatted</a:t>
            </a:r>
          </a:p>
        </p:txBody>
      </p:sp>
    </p:spTree>
    <p:extLst>
      <p:ext uri="{BB962C8B-B14F-4D97-AF65-F5344CB8AC3E}">
        <p14:creationId xmlns:p14="http://schemas.microsoft.com/office/powerpoint/2010/main" val="3225908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5234A-6CE5-4F1B-BB8D-2C066FD71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A4F29-3B2A-4DD3-8F72-EF19D0831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464860"/>
            <a:ext cx="8915400" cy="5167952"/>
          </a:xfrm>
        </p:spPr>
        <p:txBody>
          <a:bodyPr>
            <a:normAutofit/>
          </a:bodyPr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only information kept in human-readable form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unique tag (number) identifies file within file system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needed for systems that support different types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pointer to file location on device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current file size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controls who can do reading, writing, executing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Time, date, and user identification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for protection, security, and usage monitoring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about files are kept in the directory structure, which is maintained on the disk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variations, including extended file attributes such as file checksum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kept in the directory structure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865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A326-6698-4A62-AD06-7365DF09C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Naming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8F3B0D-CD04-40E6-B98E-36976C25EC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5491" y="1372214"/>
            <a:ext cx="7498568" cy="5233043"/>
          </a:xfrm>
        </p:spPr>
      </p:pic>
    </p:spTree>
    <p:extLst>
      <p:ext uri="{BB962C8B-B14F-4D97-AF65-F5344CB8AC3E}">
        <p14:creationId xmlns:p14="http://schemas.microsoft.com/office/powerpoint/2010/main" val="2806533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57E1-B6A7-44CD-ADCA-77B9C95E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D1E08-84C7-4F7F-95DF-B6556B243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65111"/>
            <a:ext cx="8915400" cy="306619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common possibilities or ways to struct files:</a:t>
            </a:r>
          </a:p>
          <a:p>
            <a:pPr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0425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Unstructured</a:t>
            </a:r>
          </a:p>
          <a:p>
            <a:pPr marL="860425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0425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 Structure</a:t>
            </a:r>
          </a:p>
          <a:p>
            <a:pPr marL="860425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0425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Structure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327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2D55-A5C1-45BA-9A77-12EC2815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File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E63A3-99B9-4212-920E-810ED2E91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 of unstructured sequence of bytes or words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does not know or care what is in the file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meaning must be imposed by user level programs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maximum flexibility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can put anything they want and name them, anyway that 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convenient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Unix and Windows use these approach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14F8F-26E1-453E-AA6A-40BF1F7EF4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52"/>
          <a:stretch/>
        </p:blipFill>
        <p:spPr>
          <a:xfrm>
            <a:off x="9599075" y="1175378"/>
            <a:ext cx="1905537" cy="496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03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3085-39CA-470B-9171-8AB253AA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70DC8-073B-464B-B29B-5AF071E2D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file is a sequence of fixed-length records, each 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some internal structure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read operation returns one records, and 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operation overwrites or append one record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old mainframe systems use this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CDEDF3-DA86-4CB3-A15C-93849107D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939" y="1472596"/>
            <a:ext cx="3221061" cy="481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89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4EC53-AB89-42BD-A5DF-61895D33D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2C644-C929-4470-ABFA-C097CB124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consists of tree of records, not necessarily all the same length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containing a key field in a fixed position in the record, sorted on the key to allow the rapid searching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 is to get the record with the specific key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large mainframe for commercial 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1205053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B24507E-268F-4676-A0F7-D83FC82BF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4290" y="833556"/>
            <a:ext cx="5647006" cy="5619005"/>
          </a:xfrm>
        </p:spPr>
      </p:pic>
    </p:spTree>
    <p:extLst>
      <p:ext uri="{BB962C8B-B14F-4D97-AF65-F5344CB8AC3E}">
        <p14:creationId xmlns:p14="http://schemas.microsoft.com/office/powerpoint/2010/main" val="327280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A4463-8649-4425-A629-54951592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5DECD-EA97-43D8-A5CE-04E35275D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52791"/>
            <a:ext cx="8915400" cy="4829896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Files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user information. Generally in ASCII or binary form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Files for maintaining the structure of file system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Special File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to I/O of computer to model serial I/O device such as terminal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ASCII files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 of line of text. They can be edited and printed with ordinary file editor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Files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 of sequence of bytes only</a:t>
            </a:r>
          </a:p>
        </p:txBody>
      </p:sp>
    </p:spTree>
    <p:extLst>
      <p:ext uri="{BB962C8B-B14F-4D97-AF65-F5344CB8AC3E}">
        <p14:creationId xmlns:p14="http://schemas.microsoft.com/office/powerpoint/2010/main" val="225202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CEA86-BE13-45D8-A243-9031D425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34B39-137F-4D40-BCCF-505D8A742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33098"/>
            <a:ext cx="8915400" cy="496323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 Access</a:t>
            </a:r>
          </a:p>
          <a:p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operating systems provided only one kind of file access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process could read all the bytes or records in a file in order, starting at the beginning, but could not skip around and read them out of order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 files could be rewound, however, so they could be read as often as needed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 files were convenient when the storage medium was magnetic tape, rather than disk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18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14C4-EF59-47D1-961D-0FB97630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Access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CD638-0F90-43A7-8BDD-3FD7050B4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5133566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/ Direct Access File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disks came into use for storing files, it became possible to read the bytes or records of a file out of order, or to access records by key, rather than by position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 whose bytes or records can be read in any order are called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access files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many applications, for example, database systems</a:t>
            </a:r>
          </a:p>
          <a:p>
            <a:pPr lvl="1"/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 older mainframe operating systems, files are classified as being either sequential or random access at the time they are created.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operating systems do not make this distinction.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their files are automatically random access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518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F2B7A-E538-4A5B-87C6-DB21EE3BD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BA933-806D-48B3-9DE5-801FC136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19450"/>
            <a:ext cx="8915400" cy="50314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Seek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Attribute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Attribute</a:t>
            </a:r>
          </a:p>
        </p:txBody>
      </p:sp>
    </p:spTree>
    <p:extLst>
      <p:ext uri="{BB962C8B-B14F-4D97-AF65-F5344CB8AC3E}">
        <p14:creationId xmlns:p14="http://schemas.microsoft.com/office/powerpoint/2010/main" val="1700714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C620-FF58-416F-81C7-A48462E7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18257-9132-40B5-AF9D-00B43AFE0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Single-Level Directory System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called root directory</a:t>
            </a:r>
          </a:p>
          <a:p>
            <a:pPr lvl="1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Two-level Directory System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Directory System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766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D8118-E386-47C8-B00E-A49A1CF4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File System Layout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2DB00-A5BE-4B2A-A9B6-4BEFC66BE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8"/>
            <a:ext cx="9348866" cy="5188157"/>
          </a:xfrm>
        </p:spPr>
        <p:txBody>
          <a:bodyPr>
            <a:noAutofit/>
          </a:bodyPr>
          <a:lstStyle/>
          <a:p>
            <a:pPr algn="l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Boot Block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boot block is available to start the operating system.</a:t>
            </a:r>
          </a:p>
          <a:p>
            <a:pPr lvl="1"/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Superblock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super-block maintains information about the entire file system and includes the following fields: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Size of the file system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Number of data blocks in the file system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flag indicating the state of the file system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Allocation group sizes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17835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C371-75D0-41A0-8650-DC6A3FCA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Contiguous Allocation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5AD6A3-DAD1-4E55-97F0-1198BED84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639" y="2266571"/>
            <a:ext cx="9318326" cy="3274420"/>
          </a:xfrm>
        </p:spPr>
      </p:pic>
    </p:spTree>
    <p:extLst>
      <p:ext uri="{BB962C8B-B14F-4D97-AF65-F5344CB8AC3E}">
        <p14:creationId xmlns:p14="http://schemas.microsoft.com/office/powerpoint/2010/main" val="2348340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124BF-2C44-4E02-8A25-2967309B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List Allocation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8BB484-EBBE-4216-A453-E7F47E0EB5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9648" y="1733027"/>
            <a:ext cx="7284161" cy="4366527"/>
          </a:xfrm>
        </p:spPr>
      </p:pic>
    </p:spTree>
    <p:extLst>
      <p:ext uri="{BB962C8B-B14F-4D97-AF65-F5344CB8AC3E}">
        <p14:creationId xmlns:p14="http://schemas.microsoft.com/office/powerpoint/2010/main" val="1396336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2A25-D2CD-4C7D-BA89-062BDFF3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List Allocation using FAT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226217-6B15-4221-B83C-F7B5C6830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9970" y="1685687"/>
            <a:ext cx="8449357" cy="4182850"/>
          </a:xfrm>
        </p:spPr>
      </p:pic>
    </p:spTree>
    <p:extLst>
      <p:ext uri="{BB962C8B-B14F-4D97-AF65-F5344CB8AC3E}">
        <p14:creationId xmlns:p14="http://schemas.microsoft.com/office/powerpoint/2010/main" val="3386118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22BF4-20CF-46FB-BEDF-614CE739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I-node Allocation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ACA32E-2335-4ADE-B817-BA0727343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2402" y="1362502"/>
            <a:ext cx="4603299" cy="5002010"/>
          </a:xfrm>
        </p:spPr>
      </p:pic>
    </p:spTree>
    <p:extLst>
      <p:ext uri="{BB962C8B-B14F-4D97-AF65-F5344CB8AC3E}">
        <p14:creationId xmlns:p14="http://schemas.microsoft.com/office/powerpoint/2010/main" val="3450008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0E9D-C222-4E43-9741-6F655A37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A237C-10EF-490D-B599-E1DF64159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24166"/>
            <a:ext cx="8915400" cy="41170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</a:p>
          <a:p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Opendir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Closedir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Unlink</a:t>
            </a:r>
          </a:p>
          <a:p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Readdir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656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A3ECC-E8D8-4740-BE12-21133975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F85A6-F98D-432B-B97A-174592873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119" y="1464859"/>
            <a:ext cx="9184493" cy="499053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name starting from root directory to the file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In Unix: /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/user1/bin/lab2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In Windows: C:\Users\Ananta\Teaching_Materials\3rdSem\OS\Lecture_Slides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separated by / in Unix and \ in windows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user can designate one directory as the current working directory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path names not beginning at the root directory are taken relative to the working directory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E.g., bin/lab2 is enough to locate same file if current working directory is /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/user1</a:t>
            </a:r>
          </a:p>
        </p:txBody>
      </p:sp>
    </p:spTree>
    <p:extLst>
      <p:ext uri="{BB962C8B-B14F-4D97-AF65-F5344CB8AC3E}">
        <p14:creationId xmlns:p14="http://schemas.microsoft.com/office/powerpoint/2010/main" val="337703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3A61-FDFC-4259-BB6A-A843DD4AF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Directory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B1304-AC73-4B6D-9AFF-2044EE536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01338"/>
            <a:ext cx="9253332" cy="4922292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List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linear list of the file names with pointer to the data blocks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requires linear search to find a particular entry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 Simple to implement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file is removed, a variable-sized gap is introduced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file to be entered may not fit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compacting the directory is feasible because it is entirely in memory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directory entry may span multiple pages, so a page fault may occur while reading a file name </a:t>
            </a:r>
          </a:p>
        </p:txBody>
      </p:sp>
    </p:spTree>
    <p:extLst>
      <p:ext uri="{BB962C8B-B14F-4D97-AF65-F5344CB8AC3E}">
        <p14:creationId xmlns:p14="http://schemas.microsoft.com/office/powerpoint/2010/main" val="2518649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EE-2D36-4388-BD03-3FDDB29D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List (contd.)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9F623D-8E3A-4BF0-AC55-2366BDACA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311" y="2927586"/>
            <a:ext cx="8381547" cy="2463279"/>
          </a:xfrm>
        </p:spPr>
      </p:pic>
    </p:spTree>
    <p:extLst>
      <p:ext uri="{BB962C8B-B14F-4D97-AF65-F5344CB8AC3E}">
        <p14:creationId xmlns:p14="http://schemas.microsoft.com/office/powerpoint/2010/main" val="1529396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6773-E66E-4610-BB85-E59D074F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Directory Implementation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A8BFB-09D4-4DB4-960B-CC147AA4B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0280" y="1540189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 Table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consist linear list with hash table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 greatly decrease the file search time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7935C-8E6C-42A0-A181-FCC4860B6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919" y="3135530"/>
            <a:ext cx="6482521" cy="299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61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B571-A708-4067-9E5C-B0F0D40D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D95E4-BB59-4FE3-AF5E-B6B65F2F2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96872"/>
            <a:ext cx="8915400" cy="3777622"/>
          </a:xfrm>
        </p:spPr>
        <p:txBody>
          <a:bodyPr/>
          <a:lstStyle/>
          <a:p>
            <a:r>
              <a:rPr lang="en-US" dirty="0"/>
              <a:t>When several users are working together on a project, they often need to share files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F2875-FC80-4A5F-9746-D595D20E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98" y="2533650"/>
            <a:ext cx="6495102" cy="370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00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3F467-E0EA-43C8-9855-D71E0C5D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Space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FE871-31A7-4A07-BC8F-769EF7525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806053"/>
            <a:ext cx="8915400" cy="4103427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keeps track of the free disk blocks for allocating space to files when they are created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to reuse the space released from deleting the files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maintains the free space lists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space lists are implemented mainly by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Bitmaps and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Lists</a:t>
            </a:r>
          </a:p>
        </p:txBody>
      </p:sp>
    </p:spTree>
    <p:extLst>
      <p:ext uri="{BB962C8B-B14F-4D97-AF65-F5344CB8AC3E}">
        <p14:creationId xmlns:p14="http://schemas.microsoft.com/office/powerpoint/2010/main" val="1346700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D3F7-B156-475F-A07E-94E7BEF1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Bitmap or Bit-vector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B16F5-0512-499D-BE4A-8B7E9A477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77452"/>
            <a:ext cx="8915400" cy="465643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block is represented by a bit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block is free, the bit is 1; if the block is allocated the bit is 0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disk with n blocks requires a bitmap with n bits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Consider a disk where blocks 2,3,4,5,8,9,10,11,12,13,17,18…are free, and rest are allocated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The free space bit map would be 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0011110011111100010.........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Simple and efficient in finding first free block, or n consecutive free blocks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Inefficient unless the entire bitmap is kept in main memory</a:t>
            </a:r>
          </a:p>
        </p:txBody>
      </p:sp>
    </p:spTree>
    <p:extLst>
      <p:ext uri="{BB962C8B-B14F-4D97-AF65-F5344CB8AC3E}">
        <p14:creationId xmlns:p14="http://schemas.microsoft.com/office/powerpoint/2010/main" val="4042215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9F31-2873-4FE8-A477-67B99C86F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614D9-23FD-4800-8B4C-8995F7840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disk blocks are linked together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Keeping a pointer to the first free block in a special location on the disk and caching it in memory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first block contains a pointer to the next free block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 Only one block is kept in memory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Problems: Not efficient; to traverse list, it must read each block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9462D-AEF4-417C-87F0-B3292216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689720"/>
            <a:ext cx="9203236" cy="102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31856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232</TotalTime>
  <Words>1222</Words>
  <Application>Microsoft Office PowerPoint</Application>
  <PresentationFormat>Widescreen</PresentationFormat>
  <Paragraphs>180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Century Gothic</vt:lpstr>
      <vt:lpstr>Courier New</vt:lpstr>
      <vt:lpstr>Times New Roman</vt:lpstr>
      <vt:lpstr>Wingdings</vt:lpstr>
      <vt:lpstr>Wingdings 3</vt:lpstr>
      <vt:lpstr>Wisp</vt:lpstr>
      <vt:lpstr>Unit 5 – File Management</vt:lpstr>
      <vt:lpstr>OS in File Management</vt:lpstr>
      <vt:lpstr>Introduction</vt:lpstr>
      <vt:lpstr>File Attributes</vt:lpstr>
      <vt:lpstr>File Naming</vt:lpstr>
      <vt:lpstr>File Structure</vt:lpstr>
      <vt:lpstr>Unstructured File Structure</vt:lpstr>
      <vt:lpstr>Record Structure</vt:lpstr>
      <vt:lpstr>Tree Structure</vt:lpstr>
      <vt:lpstr>PowerPoint Presentation</vt:lpstr>
      <vt:lpstr>File Types</vt:lpstr>
      <vt:lpstr>File Access</vt:lpstr>
      <vt:lpstr>File Access (contd.)</vt:lpstr>
      <vt:lpstr>File Operations</vt:lpstr>
      <vt:lpstr>Directories</vt:lpstr>
      <vt:lpstr>File System Layout</vt:lpstr>
      <vt:lpstr>Contiguous Allocation</vt:lpstr>
      <vt:lpstr>Linked List Allocation</vt:lpstr>
      <vt:lpstr>Linked List Allocation using FAT</vt:lpstr>
      <vt:lpstr>I-node Allocation</vt:lpstr>
      <vt:lpstr>Directory Operations</vt:lpstr>
      <vt:lpstr>Path Names</vt:lpstr>
      <vt:lpstr>Directory Implementation</vt:lpstr>
      <vt:lpstr>Linear List (contd.)</vt:lpstr>
      <vt:lpstr>Directory Implementation (contd.)</vt:lpstr>
      <vt:lpstr>Shared Files</vt:lpstr>
      <vt:lpstr>Free Space Management</vt:lpstr>
      <vt:lpstr>Bitmap or Bit-vector</vt:lpstr>
      <vt:lpstr>Linked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 – File Management</dc:title>
  <dc:creator>Rishav Acharya</dc:creator>
  <cp:lastModifiedBy>Rishav Acharya</cp:lastModifiedBy>
  <cp:revision>51</cp:revision>
  <dcterms:created xsi:type="dcterms:W3CDTF">2023-02-27T13:16:22Z</dcterms:created>
  <dcterms:modified xsi:type="dcterms:W3CDTF">2023-03-12T15:21:56Z</dcterms:modified>
</cp:coreProperties>
</file>